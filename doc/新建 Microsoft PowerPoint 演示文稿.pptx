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115" y="-17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43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41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37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20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16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10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02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23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475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51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AD8F6-EFA6-44D3-9E75-7DD12D80DD45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62CC4-0DAD-4D62-B640-6813043C00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64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1814223" y="1965278"/>
            <a:ext cx="2157276" cy="2164098"/>
            <a:chOff x="1814223" y="1965278"/>
            <a:chExt cx="2157276" cy="2164098"/>
          </a:xfrm>
        </p:grpSpPr>
        <p:sp>
          <p:nvSpPr>
            <p:cNvPr id="4" name="圆角矩形 3"/>
            <p:cNvSpPr/>
            <p:nvPr/>
          </p:nvSpPr>
          <p:spPr>
            <a:xfrm>
              <a:off x="1814223" y="2026724"/>
              <a:ext cx="2100955" cy="2102652"/>
            </a:xfrm>
            <a:prstGeom prst="roundRect">
              <a:avLst/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3255264" y="1965278"/>
              <a:ext cx="716235" cy="1594786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任意多边形 17"/>
          <p:cNvSpPr/>
          <p:nvPr/>
        </p:nvSpPr>
        <p:spPr>
          <a:xfrm rot="16200000">
            <a:off x="2442915" y="1462329"/>
            <a:ext cx="1774479" cy="2418635"/>
          </a:xfrm>
          <a:custGeom>
            <a:avLst/>
            <a:gdLst>
              <a:gd name="connsiteX0" fmla="*/ 0 w 1923382"/>
              <a:gd name="connsiteY0" fmla="*/ 920283 h 921161"/>
              <a:gd name="connsiteX1" fmla="*/ 721216 w 1923382"/>
              <a:gd name="connsiteY1" fmla="*/ 199066 h 921161"/>
              <a:gd name="connsiteX2" fmla="*/ 1435994 w 1923382"/>
              <a:gd name="connsiteY2" fmla="*/ 920283 h 921161"/>
              <a:gd name="connsiteX3" fmla="*/ 1390918 w 1923382"/>
              <a:gd name="connsiteY3" fmla="*/ 18762 h 921161"/>
              <a:gd name="connsiteX4" fmla="*/ 1906073 w 1923382"/>
              <a:gd name="connsiteY4" fmla="*/ 314976 h 921161"/>
              <a:gd name="connsiteX5" fmla="*/ 1751526 w 1923382"/>
              <a:gd name="connsiteY5" fmla="*/ 385809 h 921161"/>
              <a:gd name="connsiteX0" fmla="*/ 0 w 1906073"/>
              <a:gd name="connsiteY0" fmla="*/ 920283 h 921161"/>
              <a:gd name="connsiteX1" fmla="*/ 721216 w 1906073"/>
              <a:gd name="connsiteY1" fmla="*/ 199066 h 921161"/>
              <a:gd name="connsiteX2" fmla="*/ 1435994 w 1906073"/>
              <a:gd name="connsiteY2" fmla="*/ 920283 h 921161"/>
              <a:gd name="connsiteX3" fmla="*/ 1390918 w 1906073"/>
              <a:gd name="connsiteY3" fmla="*/ 18762 h 921161"/>
              <a:gd name="connsiteX4" fmla="*/ 1906073 w 1906073"/>
              <a:gd name="connsiteY4" fmla="*/ 314976 h 921161"/>
              <a:gd name="connsiteX0" fmla="*/ 0 w 1466647"/>
              <a:gd name="connsiteY0" fmla="*/ 901521 h 902399"/>
              <a:gd name="connsiteX1" fmla="*/ 721216 w 1466647"/>
              <a:gd name="connsiteY1" fmla="*/ 180304 h 902399"/>
              <a:gd name="connsiteX2" fmla="*/ 1435994 w 1466647"/>
              <a:gd name="connsiteY2" fmla="*/ 901521 h 902399"/>
              <a:gd name="connsiteX3" fmla="*/ 1390918 w 1466647"/>
              <a:gd name="connsiteY3" fmla="*/ 0 h 902399"/>
              <a:gd name="connsiteX0" fmla="*/ 0 w 1435994"/>
              <a:gd name="connsiteY0" fmla="*/ 721217 h 722095"/>
              <a:gd name="connsiteX1" fmla="*/ 721216 w 1435994"/>
              <a:gd name="connsiteY1" fmla="*/ 0 h 722095"/>
              <a:gd name="connsiteX2" fmla="*/ 1435994 w 1435994"/>
              <a:gd name="connsiteY2" fmla="*/ 721217 h 722095"/>
              <a:gd name="connsiteX0" fmla="*/ 0 w 1436022"/>
              <a:gd name="connsiteY0" fmla="*/ 721217 h 721217"/>
              <a:gd name="connsiteX1" fmla="*/ 721216 w 1436022"/>
              <a:gd name="connsiteY1" fmla="*/ 0 h 721217"/>
              <a:gd name="connsiteX2" fmla="*/ 1435994 w 1436022"/>
              <a:gd name="connsiteY2" fmla="*/ 721217 h 721217"/>
              <a:gd name="connsiteX0" fmla="*/ 0 w 1436468"/>
              <a:gd name="connsiteY0" fmla="*/ 721992 h 721992"/>
              <a:gd name="connsiteX1" fmla="*/ 721216 w 1436468"/>
              <a:gd name="connsiteY1" fmla="*/ 775 h 721992"/>
              <a:gd name="connsiteX2" fmla="*/ 1435994 w 1436468"/>
              <a:gd name="connsiteY2" fmla="*/ 721992 h 721992"/>
              <a:gd name="connsiteX0" fmla="*/ 0 w 1436468"/>
              <a:gd name="connsiteY0" fmla="*/ 721992 h 721992"/>
              <a:gd name="connsiteX1" fmla="*/ 721216 w 1436468"/>
              <a:gd name="connsiteY1" fmla="*/ 775 h 721992"/>
              <a:gd name="connsiteX2" fmla="*/ 1435994 w 1436468"/>
              <a:gd name="connsiteY2" fmla="*/ 721992 h 721992"/>
              <a:gd name="connsiteX0" fmla="*/ 0 w 1436468"/>
              <a:gd name="connsiteY0" fmla="*/ 721992 h 721992"/>
              <a:gd name="connsiteX1" fmla="*/ 721216 w 1436468"/>
              <a:gd name="connsiteY1" fmla="*/ 775 h 721992"/>
              <a:gd name="connsiteX2" fmla="*/ 1435994 w 1436468"/>
              <a:gd name="connsiteY2" fmla="*/ 721992 h 721992"/>
              <a:gd name="connsiteX0" fmla="*/ 0 w 1436468"/>
              <a:gd name="connsiteY0" fmla="*/ 721992 h 721992"/>
              <a:gd name="connsiteX1" fmla="*/ 721216 w 1436468"/>
              <a:gd name="connsiteY1" fmla="*/ 775 h 721992"/>
              <a:gd name="connsiteX2" fmla="*/ 1435994 w 1436468"/>
              <a:gd name="connsiteY2" fmla="*/ 721992 h 721992"/>
              <a:gd name="connsiteX0" fmla="*/ 0 w 1436032"/>
              <a:gd name="connsiteY0" fmla="*/ 721992 h 721992"/>
              <a:gd name="connsiteX1" fmla="*/ 721216 w 1436032"/>
              <a:gd name="connsiteY1" fmla="*/ 775 h 721992"/>
              <a:gd name="connsiteX2" fmla="*/ 1435994 w 1436032"/>
              <a:gd name="connsiteY2" fmla="*/ 721992 h 721992"/>
              <a:gd name="connsiteX0" fmla="*/ 0 w 1436032"/>
              <a:gd name="connsiteY0" fmla="*/ 721217 h 721217"/>
              <a:gd name="connsiteX1" fmla="*/ 721216 w 1436032"/>
              <a:gd name="connsiteY1" fmla="*/ 0 h 721217"/>
              <a:gd name="connsiteX2" fmla="*/ 1435994 w 1436032"/>
              <a:gd name="connsiteY2" fmla="*/ 721217 h 721217"/>
              <a:gd name="connsiteX0" fmla="*/ 0 w 1435994"/>
              <a:gd name="connsiteY0" fmla="*/ 721217 h 721217"/>
              <a:gd name="connsiteX1" fmla="*/ 721216 w 1435994"/>
              <a:gd name="connsiteY1" fmla="*/ 0 h 721217"/>
              <a:gd name="connsiteX2" fmla="*/ 1435994 w 1435994"/>
              <a:gd name="connsiteY2" fmla="*/ 721217 h 721217"/>
              <a:gd name="connsiteX0" fmla="*/ 0 w 1435994"/>
              <a:gd name="connsiteY0" fmla="*/ 1435995 h 1435995"/>
              <a:gd name="connsiteX1" fmla="*/ 727655 w 1435994"/>
              <a:gd name="connsiteY1" fmla="*/ 0 h 1435995"/>
              <a:gd name="connsiteX2" fmla="*/ 1435994 w 1435994"/>
              <a:gd name="connsiteY2" fmla="*/ 1435995 h 1435995"/>
              <a:gd name="connsiteX0" fmla="*/ 0 w 2865549"/>
              <a:gd name="connsiteY0" fmla="*/ 1436023 h 1474660"/>
              <a:gd name="connsiteX1" fmla="*/ 727655 w 2865549"/>
              <a:gd name="connsiteY1" fmla="*/ 28 h 1474660"/>
              <a:gd name="connsiteX2" fmla="*/ 2865549 w 2865549"/>
              <a:gd name="connsiteY2" fmla="*/ 1474660 h 1474660"/>
              <a:gd name="connsiteX0" fmla="*/ 0 w 2865549"/>
              <a:gd name="connsiteY0" fmla="*/ 1436023 h 1474660"/>
              <a:gd name="connsiteX1" fmla="*/ 1429554 w 2865549"/>
              <a:gd name="connsiteY1" fmla="*/ 28 h 1474660"/>
              <a:gd name="connsiteX2" fmla="*/ 2865549 w 2865549"/>
              <a:gd name="connsiteY2" fmla="*/ 1474660 h 1474660"/>
              <a:gd name="connsiteX0" fmla="*/ 0 w 2865549"/>
              <a:gd name="connsiteY0" fmla="*/ 1436023 h 1474660"/>
              <a:gd name="connsiteX1" fmla="*/ 1429554 w 2865549"/>
              <a:gd name="connsiteY1" fmla="*/ 28 h 1474660"/>
              <a:gd name="connsiteX2" fmla="*/ 2865549 w 2865549"/>
              <a:gd name="connsiteY2" fmla="*/ 1474660 h 1474660"/>
              <a:gd name="connsiteX0" fmla="*/ 0 w 2865549"/>
              <a:gd name="connsiteY0" fmla="*/ 1436037 h 1474674"/>
              <a:gd name="connsiteX1" fmla="*/ 1429554 w 2865549"/>
              <a:gd name="connsiteY1" fmla="*/ 42 h 1474674"/>
              <a:gd name="connsiteX2" fmla="*/ 2865549 w 2865549"/>
              <a:gd name="connsiteY2" fmla="*/ 1474674 h 1474674"/>
              <a:gd name="connsiteX0" fmla="*/ 0 w 2865549"/>
              <a:gd name="connsiteY0" fmla="*/ 1436037 h 1474674"/>
              <a:gd name="connsiteX1" fmla="*/ 1429554 w 2865549"/>
              <a:gd name="connsiteY1" fmla="*/ 42 h 1474674"/>
              <a:gd name="connsiteX2" fmla="*/ 2865549 w 2865549"/>
              <a:gd name="connsiteY2" fmla="*/ 1474674 h 1474674"/>
              <a:gd name="connsiteX0" fmla="*/ 0 w 1435995"/>
              <a:gd name="connsiteY0" fmla="*/ 42 h 1474674"/>
              <a:gd name="connsiteX1" fmla="*/ 1435995 w 1435995"/>
              <a:gd name="connsiteY1" fmla="*/ 1474674 h 1474674"/>
              <a:gd name="connsiteX0" fmla="*/ 0 w 1435997"/>
              <a:gd name="connsiteY0" fmla="*/ 44 h 1436043"/>
              <a:gd name="connsiteX1" fmla="*/ 1435997 w 1435997"/>
              <a:gd name="connsiteY1" fmla="*/ 1436043 h 1436043"/>
              <a:gd name="connsiteX0" fmla="*/ 0 w 1455315"/>
              <a:gd name="connsiteY0" fmla="*/ 44 h 1436043"/>
              <a:gd name="connsiteX1" fmla="*/ 1455315 w 1455315"/>
              <a:gd name="connsiteY1" fmla="*/ 1436043 h 1436043"/>
              <a:gd name="connsiteX0" fmla="*/ 0 w 1468194"/>
              <a:gd name="connsiteY0" fmla="*/ 44 h 1448921"/>
              <a:gd name="connsiteX1" fmla="*/ 1468194 w 1468194"/>
              <a:gd name="connsiteY1" fmla="*/ 1448921 h 1448921"/>
              <a:gd name="connsiteX0" fmla="*/ 0 w 1468194"/>
              <a:gd name="connsiteY0" fmla="*/ 44 h 1448921"/>
              <a:gd name="connsiteX1" fmla="*/ 1468194 w 1468194"/>
              <a:gd name="connsiteY1" fmla="*/ 1448921 h 1448921"/>
              <a:gd name="connsiteX0" fmla="*/ 0 w 1468194"/>
              <a:gd name="connsiteY0" fmla="*/ 44 h 1448921"/>
              <a:gd name="connsiteX1" fmla="*/ 1468194 w 1468194"/>
              <a:gd name="connsiteY1" fmla="*/ 1448921 h 1448921"/>
              <a:gd name="connsiteX0" fmla="*/ 0 w 1574491"/>
              <a:gd name="connsiteY0" fmla="*/ 44 h 1550693"/>
              <a:gd name="connsiteX1" fmla="*/ 1468194 w 1574491"/>
              <a:gd name="connsiteY1" fmla="*/ 1448921 h 1550693"/>
              <a:gd name="connsiteX2" fmla="*/ 1459521 w 1574491"/>
              <a:gd name="connsiteY2" fmla="*/ 1428991 h 1550693"/>
              <a:gd name="connsiteX0" fmla="*/ 0 w 1952295"/>
              <a:gd name="connsiteY0" fmla="*/ 26 h 1550675"/>
              <a:gd name="connsiteX1" fmla="*/ 1468194 w 1952295"/>
              <a:gd name="connsiteY1" fmla="*/ 1448903 h 1550675"/>
              <a:gd name="connsiteX2" fmla="*/ 1952280 w 1952295"/>
              <a:gd name="connsiteY2" fmla="*/ 1428975 h 1550675"/>
              <a:gd name="connsiteX0" fmla="*/ 0 w 1952295"/>
              <a:gd name="connsiteY0" fmla="*/ 26 h 1550675"/>
              <a:gd name="connsiteX1" fmla="*/ 1468194 w 1952295"/>
              <a:gd name="connsiteY1" fmla="*/ 1448903 h 1550675"/>
              <a:gd name="connsiteX2" fmla="*/ 1952280 w 1952295"/>
              <a:gd name="connsiteY2" fmla="*/ 1428975 h 1550675"/>
              <a:gd name="connsiteX0" fmla="*/ 0 w 1952285"/>
              <a:gd name="connsiteY0" fmla="*/ 44 h 1623974"/>
              <a:gd name="connsiteX1" fmla="*/ 1468194 w 1952285"/>
              <a:gd name="connsiteY1" fmla="*/ 1448921 h 1623974"/>
              <a:gd name="connsiteX2" fmla="*/ 1952280 w 1952285"/>
              <a:gd name="connsiteY2" fmla="*/ 1428993 h 1623974"/>
              <a:gd name="connsiteX0" fmla="*/ 0 w 1952280"/>
              <a:gd name="connsiteY0" fmla="*/ 44 h 1448921"/>
              <a:gd name="connsiteX1" fmla="*/ 1468194 w 1952280"/>
              <a:gd name="connsiteY1" fmla="*/ 1448921 h 1448921"/>
              <a:gd name="connsiteX2" fmla="*/ 1952280 w 1952280"/>
              <a:gd name="connsiteY2" fmla="*/ 1428993 h 1448921"/>
              <a:gd name="connsiteX0" fmla="*/ 0 w 1952280"/>
              <a:gd name="connsiteY0" fmla="*/ 44 h 1551212"/>
              <a:gd name="connsiteX1" fmla="*/ 1468194 w 1952280"/>
              <a:gd name="connsiteY1" fmla="*/ 1448921 h 1551212"/>
              <a:gd name="connsiteX2" fmla="*/ 1952280 w 1952280"/>
              <a:gd name="connsiteY2" fmla="*/ 1428993 h 1551212"/>
              <a:gd name="connsiteX0" fmla="*/ 0 w 1952280"/>
              <a:gd name="connsiteY0" fmla="*/ 44 h 1448921"/>
              <a:gd name="connsiteX1" fmla="*/ 1468194 w 1952280"/>
              <a:gd name="connsiteY1" fmla="*/ 1448921 h 1448921"/>
              <a:gd name="connsiteX2" fmla="*/ 1952280 w 1952280"/>
              <a:gd name="connsiteY2" fmla="*/ 1428993 h 1448921"/>
              <a:gd name="connsiteX0" fmla="*/ 0 w 1962439"/>
              <a:gd name="connsiteY0" fmla="*/ 26 h 1551195"/>
              <a:gd name="connsiteX1" fmla="*/ 1468194 w 1962439"/>
              <a:gd name="connsiteY1" fmla="*/ 1448903 h 1551195"/>
              <a:gd name="connsiteX2" fmla="*/ 1962439 w 1962439"/>
              <a:gd name="connsiteY2" fmla="*/ 1428978 h 1551195"/>
              <a:gd name="connsiteX0" fmla="*/ 0 w 1962439"/>
              <a:gd name="connsiteY0" fmla="*/ 26 h 1551195"/>
              <a:gd name="connsiteX1" fmla="*/ 1468194 w 1962439"/>
              <a:gd name="connsiteY1" fmla="*/ 1448903 h 1551195"/>
              <a:gd name="connsiteX2" fmla="*/ 1962439 w 1962439"/>
              <a:gd name="connsiteY2" fmla="*/ 1428978 h 1551195"/>
              <a:gd name="connsiteX0" fmla="*/ 0 w 1962439"/>
              <a:gd name="connsiteY0" fmla="*/ 26 h 1448903"/>
              <a:gd name="connsiteX1" fmla="*/ 1468194 w 1962439"/>
              <a:gd name="connsiteY1" fmla="*/ 1448903 h 1448903"/>
              <a:gd name="connsiteX2" fmla="*/ 1962439 w 1962439"/>
              <a:gd name="connsiteY2" fmla="*/ 1428978 h 1448903"/>
              <a:gd name="connsiteX0" fmla="*/ 0 w 1962439"/>
              <a:gd name="connsiteY0" fmla="*/ 26 h 1448903"/>
              <a:gd name="connsiteX1" fmla="*/ 1468194 w 1962439"/>
              <a:gd name="connsiteY1" fmla="*/ 1448903 h 1448903"/>
              <a:gd name="connsiteX2" fmla="*/ 1962439 w 1962439"/>
              <a:gd name="connsiteY2" fmla="*/ 1428978 h 1448903"/>
              <a:gd name="connsiteX0" fmla="*/ 0 w 1962439"/>
              <a:gd name="connsiteY0" fmla="*/ 38 h 1448915"/>
              <a:gd name="connsiteX1" fmla="*/ 1468194 w 1962439"/>
              <a:gd name="connsiteY1" fmla="*/ 1448915 h 1448915"/>
              <a:gd name="connsiteX2" fmla="*/ 1962439 w 1962439"/>
              <a:gd name="connsiteY2" fmla="*/ 1428990 h 1448915"/>
              <a:gd name="connsiteX0" fmla="*/ 0 w 1952279"/>
              <a:gd name="connsiteY0" fmla="*/ 38 h 1460269"/>
              <a:gd name="connsiteX1" fmla="*/ 1468194 w 1952279"/>
              <a:gd name="connsiteY1" fmla="*/ 1448915 h 1460269"/>
              <a:gd name="connsiteX2" fmla="*/ 1952279 w 1952279"/>
              <a:gd name="connsiteY2" fmla="*/ 1460269 h 1460269"/>
              <a:gd name="connsiteX0" fmla="*/ 0 w 1957359"/>
              <a:gd name="connsiteY0" fmla="*/ 38 h 1448915"/>
              <a:gd name="connsiteX1" fmla="*/ 1468194 w 1957359"/>
              <a:gd name="connsiteY1" fmla="*/ 1448915 h 1448915"/>
              <a:gd name="connsiteX2" fmla="*/ 1957359 w 1957359"/>
              <a:gd name="connsiteY2" fmla="*/ 1444630 h 1448915"/>
              <a:gd name="connsiteX0" fmla="*/ 0 w 1957359"/>
              <a:gd name="connsiteY0" fmla="*/ 38 h 1448915"/>
              <a:gd name="connsiteX1" fmla="*/ 1468194 w 1957359"/>
              <a:gd name="connsiteY1" fmla="*/ 1448915 h 1448915"/>
              <a:gd name="connsiteX2" fmla="*/ 1957359 w 1957359"/>
              <a:gd name="connsiteY2" fmla="*/ 1444630 h 1448915"/>
              <a:gd name="connsiteX0" fmla="*/ 0 w 1993593"/>
              <a:gd name="connsiteY0" fmla="*/ 38 h 1448915"/>
              <a:gd name="connsiteX1" fmla="*/ 1468194 w 1993593"/>
              <a:gd name="connsiteY1" fmla="*/ 1448915 h 1448915"/>
              <a:gd name="connsiteX2" fmla="*/ 1957359 w 1993593"/>
              <a:gd name="connsiteY2" fmla="*/ 1444630 h 1448915"/>
              <a:gd name="connsiteX3" fmla="*/ 1957360 w 1993593"/>
              <a:gd name="connsiteY3" fmla="*/ 1434200 h 1448915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0" fmla="*/ 0 w 1961686"/>
              <a:gd name="connsiteY0" fmla="*/ 38 h 2733681"/>
              <a:gd name="connsiteX1" fmla="*/ 1468194 w 1961686"/>
              <a:gd name="connsiteY1" fmla="*/ 1448915 h 2733681"/>
              <a:gd name="connsiteX2" fmla="*/ 1957359 w 1961686"/>
              <a:gd name="connsiteY2" fmla="*/ 1444630 h 2733681"/>
              <a:gd name="connsiteX3" fmla="*/ 941360 w 1961686"/>
              <a:gd name="connsiteY3" fmla="*/ 2648845 h 2733681"/>
              <a:gd name="connsiteX4" fmla="*/ 941361 w 1961686"/>
              <a:gd name="connsiteY4" fmla="*/ 2633205 h 2733681"/>
              <a:gd name="connsiteX0" fmla="*/ 0 w 1961686"/>
              <a:gd name="connsiteY0" fmla="*/ 38 h 2669309"/>
              <a:gd name="connsiteX1" fmla="*/ 1468194 w 1961686"/>
              <a:gd name="connsiteY1" fmla="*/ 1448915 h 2669309"/>
              <a:gd name="connsiteX2" fmla="*/ 1957359 w 1961686"/>
              <a:gd name="connsiteY2" fmla="*/ 1444630 h 2669309"/>
              <a:gd name="connsiteX3" fmla="*/ 941360 w 1961686"/>
              <a:gd name="connsiteY3" fmla="*/ 2648845 h 2669309"/>
              <a:gd name="connsiteX4" fmla="*/ 32037 w 1961686"/>
              <a:gd name="connsiteY4" fmla="*/ 1538464 h 2669309"/>
              <a:gd name="connsiteX0" fmla="*/ 38309 w 1999995"/>
              <a:gd name="connsiteY0" fmla="*/ 38 h 2669309"/>
              <a:gd name="connsiteX1" fmla="*/ 1506503 w 1999995"/>
              <a:gd name="connsiteY1" fmla="*/ 1448915 h 2669309"/>
              <a:gd name="connsiteX2" fmla="*/ 1995668 w 1999995"/>
              <a:gd name="connsiteY2" fmla="*/ 1444630 h 2669309"/>
              <a:gd name="connsiteX3" fmla="*/ 979669 w 1999995"/>
              <a:gd name="connsiteY3" fmla="*/ 2648845 h 2669309"/>
              <a:gd name="connsiteX4" fmla="*/ 70346 w 1999995"/>
              <a:gd name="connsiteY4" fmla="*/ 1538464 h 2669309"/>
              <a:gd name="connsiteX5" fmla="*/ 60190 w 1999995"/>
              <a:gd name="connsiteY5" fmla="*/ 1554100 h 2669309"/>
              <a:gd name="connsiteX0" fmla="*/ 0 w 1961686"/>
              <a:gd name="connsiteY0" fmla="*/ 38 h 2669309"/>
              <a:gd name="connsiteX1" fmla="*/ 1468194 w 1961686"/>
              <a:gd name="connsiteY1" fmla="*/ 1448915 h 2669309"/>
              <a:gd name="connsiteX2" fmla="*/ 1957359 w 1961686"/>
              <a:gd name="connsiteY2" fmla="*/ 1444630 h 2669309"/>
              <a:gd name="connsiteX3" fmla="*/ 941360 w 1961686"/>
              <a:gd name="connsiteY3" fmla="*/ 2648845 h 2669309"/>
              <a:gd name="connsiteX4" fmla="*/ 32037 w 1961686"/>
              <a:gd name="connsiteY4" fmla="*/ 1538464 h 2669309"/>
              <a:gd name="connsiteX5" fmla="*/ 463844 w 1961686"/>
              <a:gd name="connsiteY5" fmla="*/ 1522824 h 2669309"/>
              <a:gd name="connsiteX0" fmla="*/ 0 w 1961686"/>
              <a:gd name="connsiteY0" fmla="*/ 38 h 2669309"/>
              <a:gd name="connsiteX1" fmla="*/ 1468194 w 1961686"/>
              <a:gd name="connsiteY1" fmla="*/ 1448915 h 2669309"/>
              <a:gd name="connsiteX2" fmla="*/ 1957359 w 1961686"/>
              <a:gd name="connsiteY2" fmla="*/ 1444630 h 2669309"/>
              <a:gd name="connsiteX3" fmla="*/ 941360 w 1961686"/>
              <a:gd name="connsiteY3" fmla="*/ 2648845 h 2669309"/>
              <a:gd name="connsiteX4" fmla="*/ 32037 w 1961686"/>
              <a:gd name="connsiteY4" fmla="*/ 1538464 h 2669309"/>
              <a:gd name="connsiteX5" fmla="*/ 611164 w 1961686"/>
              <a:gd name="connsiteY5" fmla="*/ 1496758 h 2669309"/>
              <a:gd name="connsiteX0" fmla="*/ 0 w 1961686"/>
              <a:gd name="connsiteY0" fmla="*/ 38 h 2669309"/>
              <a:gd name="connsiteX1" fmla="*/ 1468194 w 1961686"/>
              <a:gd name="connsiteY1" fmla="*/ 1448915 h 2669309"/>
              <a:gd name="connsiteX2" fmla="*/ 1957359 w 1961686"/>
              <a:gd name="connsiteY2" fmla="*/ 1444630 h 2669309"/>
              <a:gd name="connsiteX3" fmla="*/ 941360 w 1961686"/>
              <a:gd name="connsiteY3" fmla="*/ 2648845 h 2669309"/>
              <a:gd name="connsiteX4" fmla="*/ 32037 w 1961686"/>
              <a:gd name="connsiteY4" fmla="*/ 1538464 h 2669309"/>
              <a:gd name="connsiteX5" fmla="*/ 656884 w 1961686"/>
              <a:gd name="connsiteY5" fmla="*/ 1491545 h 2669309"/>
              <a:gd name="connsiteX0" fmla="*/ 0 w 1961686"/>
              <a:gd name="connsiteY0" fmla="*/ 38 h 2669309"/>
              <a:gd name="connsiteX1" fmla="*/ 1468194 w 1961686"/>
              <a:gd name="connsiteY1" fmla="*/ 1448915 h 2669309"/>
              <a:gd name="connsiteX2" fmla="*/ 1957359 w 1961686"/>
              <a:gd name="connsiteY2" fmla="*/ 1444630 h 2669309"/>
              <a:gd name="connsiteX3" fmla="*/ 941360 w 1961686"/>
              <a:gd name="connsiteY3" fmla="*/ 2648845 h 2669309"/>
              <a:gd name="connsiteX4" fmla="*/ 32037 w 1961686"/>
              <a:gd name="connsiteY4" fmla="*/ 1538464 h 2669309"/>
              <a:gd name="connsiteX5" fmla="*/ 656884 w 1961686"/>
              <a:gd name="connsiteY5" fmla="*/ 1491545 h 2669309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32037 w 1961686"/>
              <a:gd name="connsiteY4" fmla="*/ 1538464 h 2648847"/>
              <a:gd name="connsiteX5" fmla="*/ 656884 w 1961686"/>
              <a:gd name="connsiteY5" fmla="*/ 1491545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32037 w 1961686"/>
              <a:gd name="connsiteY4" fmla="*/ 1538464 h 2648847"/>
              <a:gd name="connsiteX5" fmla="*/ 590844 w 1961686"/>
              <a:gd name="connsiteY5" fmla="*/ 1533250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32037 w 1961686"/>
              <a:gd name="connsiteY4" fmla="*/ 1538464 h 2648847"/>
              <a:gd name="connsiteX5" fmla="*/ 590844 w 1961686"/>
              <a:gd name="connsiteY5" fmla="*/ 1533250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32037 w 1961686"/>
              <a:gd name="connsiteY4" fmla="*/ 1538464 h 2648847"/>
              <a:gd name="connsiteX5" fmla="*/ 590844 w 1961686"/>
              <a:gd name="connsiteY5" fmla="*/ 1491545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21877 w 1961686"/>
              <a:gd name="connsiteY4" fmla="*/ 1512399 h 2648847"/>
              <a:gd name="connsiteX5" fmla="*/ 590844 w 1961686"/>
              <a:gd name="connsiteY5" fmla="*/ 1491545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21877 w 1961686"/>
              <a:gd name="connsiteY4" fmla="*/ 1512399 h 2648847"/>
              <a:gd name="connsiteX5" fmla="*/ 590844 w 1961686"/>
              <a:gd name="connsiteY5" fmla="*/ 1491545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21877 w 1961686"/>
              <a:gd name="connsiteY4" fmla="*/ 1507186 h 2648847"/>
              <a:gd name="connsiteX5" fmla="*/ 590844 w 1961686"/>
              <a:gd name="connsiteY5" fmla="*/ 1491545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21877 w 1961686"/>
              <a:gd name="connsiteY4" fmla="*/ 1507186 h 2648847"/>
              <a:gd name="connsiteX5" fmla="*/ 590844 w 1961686"/>
              <a:gd name="connsiteY5" fmla="*/ 1491545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21877 w 1961686"/>
              <a:gd name="connsiteY4" fmla="*/ 1507186 h 2648847"/>
              <a:gd name="connsiteX5" fmla="*/ 590844 w 1961686"/>
              <a:gd name="connsiteY5" fmla="*/ 1491545 h 2648847"/>
              <a:gd name="connsiteX6" fmla="*/ 595921 w 1961686"/>
              <a:gd name="connsiteY6" fmla="*/ 1491543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21877 w 1961686"/>
              <a:gd name="connsiteY4" fmla="*/ 1507186 h 2648847"/>
              <a:gd name="connsiteX5" fmla="*/ 590844 w 1961686"/>
              <a:gd name="connsiteY5" fmla="*/ 1491545 h 2648847"/>
              <a:gd name="connsiteX6" fmla="*/ 255561 w 1961686"/>
              <a:gd name="connsiteY6" fmla="*/ 699157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21877 w 1961686"/>
              <a:gd name="connsiteY4" fmla="*/ 1507186 h 2648847"/>
              <a:gd name="connsiteX5" fmla="*/ 590844 w 1961686"/>
              <a:gd name="connsiteY5" fmla="*/ 1491545 h 2648847"/>
              <a:gd name="connsiteX6" fmla="*/ 6641 w 1961686"/>
              <a:gd name="connsiteY6" fmla="*/ 11033 h 2648847"/>
              <a:gd name="connsiteX0" fmla="*/ 0 w 1961686"/>
              <a:gd name="connsiteY0" fmla="*/ 38 h 2648847"/>
              <a:gd name="connsiteX1" fmla="*/ 1468194 w 1961686"/>
              <a:gd name="connsiteY1" fmla="*/ 1448915 h 2648847"/>
              <a:gd name="connsiteX2" fmla="*/ 1957359 w 1961686"/>
              <a:gd name="connsiteY2" fmla="*/ 1444630 h 2648847"/>
              <a:gd name="connsiteX3" fmla="*/ 941360 w 1961686"/>
              <a:gd name="connsiteY3" fmla="*/ 2648845 h 2648847"/>
              <a:gd name="connsiteX4" fmla="*/ 21877 w 1961686"/>
              <a:gd name="connsiteY4" fmla="*/ 1507186 h 2648847"/>
              <a:gd name="connsiteX5" fmla="*/ 590844 w 1961686"/>
              <a:gd name="connsiteY5" fmla="*/ 1491545 h 2648847"/>
              <a:gd name="connsiteX6" fmla="*/ 6641 w 1961686"/>
              <a:gd name="connsiteY6" fmla="*/ 11033 h 2648847"/>
              <a:gd name="connsiteX7" fmla="*/ 0 w 1961686"/>
              <a:gd name="connsiteY7" fmla="*/ 38 h 2648847"/>
              <a:gd name="connsiteX0" fmla="*/ 435321 w 1955047"/>
              <a:gd name="connsiteY0" fmla="*/ 515525 h 2637814"/>
              <a:gd name="connsiteX1" fmla="*/ 1461555 w 1955047"/>
              <a:gd name="connsiteY1" fmla="*/ 1437882 h 2637814"/>
              <a:gd name="connsiteX2" fmla="*/ 1950720 w 1955047"/>
              <a:gd name="connsiteY2" fmla="*/ 1433597 h 2637814"/>
              <a:gd name="connsiteX3" fmla="*/ 934721 w 1955047"/>
              <a:gd name="connsiteY3" fmla="*/ 2637812 h 2637814"/>
              <a:gd name="connsiteX4" fmla="*/ 15238 w 1955047"/>
              <a:gd name="connsiteY4" fmla="*/ 1496153 h 2637814"/>
              <a:gd name="connsiteX5" fmla="*/ 584205 w 1955047"/>
              <a:gd name="connsiteY5" fmla="*/ 1480512 h 2637814"/>
              <a:gd name="connsiteX6" fmla="*/ 2 w 1955047"/>
              <a:gd name="connsiteY6" fmla="*/ 0 h 2637814"/>
              <a:gd name="connsiteX7" fmla="*/ 435321 w 1955047"/>
              <a:gd name="connsiteY7" fmla="*/ 515525 h 2637814"/>
              <a:gd name="connsiteX0" fmla="*/ 272761 w 1955047"/>
              <a:gd name="connsiteY0" fmla="*/ 29 h 2888639"/>
              <a:gd name="connsiteX1" fmla="*/ 1461555 w 1955047"/>
              <a:gd name="connsiteY1" fmla="*/ 1688707 h 2888639"/>
              <a:gd name="connsiteX2" fmla="*/ 1950720 w 1955047"/>
              <a:gd name="connsiteY2" fmla="*/ 1684422 h 2888639"/>
              <a:gd name="connsiteX3" fmla="*/ 934721 w 1955047"/>
              <a:gd name="connsiteY3" fmla="*/ 2888637 h 2888639"/>
              <a:gd name="connsiteX4" fmla="*/ 15238 w 1955047"/>
              <a:gd name="connsiteY4" fmla="*/ 1746978 h 2888639"/>
              <a:gd name="connsiteX5" fmla="*/ 584205 w 1955047"/>
              <a:gd name="connsiteY5" fmla="*/ 1731337 h 2888639"/>
              <a:gd name="connsiteX6" fmla="*/ 2 w 1955047"/>
              <a:gd name="connsiteY6" fmla="*/ 250825 h 2888639"/>
              <a:gd name="connsiteX7" fmla="*/ 272761 w 1955047"/>
              <a:gd name="connsiteY7" fmla="*/ 29 h 2888639"/>
              <a:gd name="connsiteX0" fmla="*/ 257523 w 1939809"/>
              <a:gd name="connsiteY0" fmla="*/ 29 h 2888639"/>
              <a:gd name="connsiteX1" fmla="*/ 1446317 w 1939809"/>
              <a:gd name="connsiteY1" fmla="*/ 1688707 h 2888639"/>
              <a:gd name="connsiteX2" fmla="*/ 1935482 w 1939809"/>
              <a:gd name="connsiteY2" fmla="*/ 1684422 h 2888639"/>
              <a:gd name="connsiteX3" fmla="*/ 919483 w 1939809"/>
              <a:gd name="connsiteY3" fmla="*/ 2888637 h 2888639"/>
              <a:gd name="connsiteX4" fmla="*/ 0 w 1939809"/>
              <a:gd name="connsiteY4" fmla="*/ 1746978 h 2888639"/>
              <a:gd name="connsiteX5" fmla="*/ 568967 w 1939809"/>
              <a:gd name="connsiteY5" fmla="*/ 1731337 h 2888639"/>
              <a:gd name="connsiteX6" fmla="*/ 447043 w 1939809"/>
              <a:gd name="connsiteY6" fmla="*/ 568825 h 2888639"/>
              <a:gd name="connsiteX7" fmla="*/ 257523 w 1939809"/>
              <a:gd name="connsiteY7" fmla="*/ 29 h 2888639"/>
              <a:gd name="connsiteX0" fmla="*/ 257523 w 1939809"/>
              <a:gd name="connsiteY0" fmla="*/ 29 h 2888639"/>
              <a:gd name="connsiteX1" fmla="*/ 1446317 w 1939809"/>
              <a:gd name="connsiteY1" fmla="*/ 1688707 h 2888639"/>
              <a:gd name="connsiteX2" fmla="*/ 1935482 w 1939809"/>
              <a:gd name="connsiteY2" fmla="*/ 1684422 h 2888639"/>
              <a:gd name="connsiteX3" fmla="*/ 919483 w 1939809"/>
              <a:gd name="connsiteY3" fmla="*/ 2888637 h 2888639"/>
              <a:gd name="connsiteX4" fmla="*/ 0 w 1939809"/>
              <a:gd name="connsiteY4" fmla="*/ 1746978 h 2888639"/>
              <a:gd name="connsiteX5" fmla="*/ 568967 w 1939809"/>
              <a:gd name="connsiteY5" fmla="*/ 1731337 h 2888639"/>
              <a:gd name="connsiteX6" fmla="*/ 257523 w 1939809"/>
              <a:gd name="connsiteY6" fmla="*/ 29 h 2888639"/>
              <a:gd name="connsiteX0" fmla="*/ 171163 w 1939809"/>
              <a:gd name="connsiteY0" fmla="*/ 39 h 2654059"/>
              <a:gd name="connsiteX1" fmla="*/ 1446317 w 1939809"/>
              <a:gd name="connsiteY1" fmla="*/ 1454127 h 2654059"/>
              <a:gd name="connsiteX2" fmla="*/ 1935482 w 1939809"/>
              <a:gd name="connsiteY2" fmla="*/ 1449842 h 2654059"/>
              <a:gd name="connsiteX3" fmla="*/ 919483 w 1939809"/>
              <a:gd name="connsiteY3" fmla="*/ 2654057 h 2654059"/>
              <a:gd name="connsiteX4" fmla="*/ 0 w 1939809"/>
              <a:gd name="connsiteY4" fmla="*/ 1512398 h 2654059"/>
              <a:gd name="connsiteX5" fmla="*/ 568967 w 1939809"/>
              <a:gd name="connsiteY5" fmla="*/ 1496757 h 2654059"/>
              <a:gd name="connsiteX6" fmla="*/ 171163 w 1939809"/>
              <a:gd name="connsiteY6" fmla="*/ 39 h 2654059"/>
              <a:gd name="connsiteX0" fmla="*/ 171163 w 1939809"/>
              <a:gd name="connsiteY0" fmla="*/ 39 h 2654059"/>
              <a:gd name="connsiteX1" fmla="*/ 1446317 w 1939809"/>
              <a:gd name="connsiteY1" fmla="*/ 1454127 h 2654059"/>
              <a:gd name="connsiteX2" fmla="*/ 1935482 w 1939809"/>
              <a:gd name="connsiteY2" fmla="*/ 1449842 h 2654059"/>
              <a:gd name="connsiteX3" fmla="*/ 919483 w 1939809"/>
              <a:gd name="connsiteY3" fmla="*/ 2654057 h 2654059"/>
              <a:gd name="connsiteX4" fmla="*/ 0 w 1939809"/>
              <a:gd name="connsiteY4" fmla="*/ 1512398 h 2654059"/>
              <a:gd name="connsiteX5" fmla="*/ 635006 w 1939809"/>
              <a:gd name="connsiteY5" fmla="*/ 1533251 h 2654059"/>
              <a:gd name="connsiteX6" fmla="*/ 171163 w 1939809"/>
              <a:gd name="connsiteY6" fmla="*/ 39 h 2654059"/>
              <a:gd name="connsiteX0" fmla="*/ 171163 w 1939809"/>
              <a:gd name="connsiteY0" fmla="*/ 39 h 2654059"/>
              <a:gd name="connsiteX1" fmla="*/ 1446317 w 1939809"/>
              <a:gd name="connsiteY1" fmla="*/ 1454127 h 2654059"/>
              <a:gd name="connsiteX2" fmla="*/ 1935482 w 1939809"/>
              <a:gd name="connsiteY2" fmla="*/ 1449842 h 2654059"/>
              <a:gd name="connsiteX3" fmla="*/ 919483 w 1939809"/>
              <a:gd name="connsiteY3" fmla="*/ 2654057 h 2654059"/>
              <a:gd name="connsiteX4" fmla="*/ 0 w 1939809"/>
              <a:gd name="connsiteY4" fmla="*/ 1512398 h 2654059"/>
              <a:gd name="connsiteX5" fmla="*/ 635005 w 1939809"/>
              <a:gd name="connsiteY5" fmla="*/ 1507189 h 2654059"/>
              <a:gd name="connsiteX6" fmla="*/ 171163 w 1939809"/>
              <a:gd name="connsiteY6" fmla="*/ 39 h 2654059"/>
              <a:gd name="connsiteX0" fmla="*/ 171163 w 1939809"/>
              <a:gd name="connsiteY0" fmla="*/ 39 h 2654059"/>
              <a:gd name="connsiteX1" fmla="*/ 1446317 w 1939809"/>
              <a:gd name="connsiteY1" fmla="*/ 1454127 h 2654059"/>
              <a:gd name="connsiteX2" fmla="*/ 1935482 w 1939809"/>
              <a:gd name="connsiteY2" fmla="*/ 1449842 h 2654059"/>
              <a:gd name="connsiteX3" fmla="*/ 919483 w 1939809"/>
              <a:gd name="connsiteY3" fmla="*/ 2654057 h 2654059"/>
              <a:gd name="connsiteX4" fmla="*/ 0 w 1939809"/>
              <a:gd name="connsiteY4" fmla="*/ 1512398 h 2654059"/>
              <a:gd name="connsiteX5" fmla="*/ 635005 w 1939809"/>
              <a:gd name="connsiteY5" fmla="*/ 1507189 h 2654059"/>
              <a:gd name="connsiteX6" fmla="*/ 171163 w 1939809"/>
              <a:gd name="connsiteY6" fmla="*/ 39 h 2654059"/>
              <a:gd name="connsiteX0" fmla="*/ 171163 w 1939809"/>
              <a:gd name="connsiteY0" fmla="*/ 720 h 2654740"/>
              <a:gd name="connsiteX1" fmla="*/ 1446317 w 1939809"/>
              <a:gd name="connsiteY1" fmla="*/ 1454808 h 2654740"/>
              <a:gd name="connsiteX2" fmla="*/ 1935482 w 1939809"/>
              <a:gd name="connsiteY2" fmla="*/ 1450523 h 2654740"/>
              <a:gd name="connsiteX3" fmla="*/ 919483 w 1939809"/>
              <a:gd name="connsiteY3" fmla="*/ 2654738 h 2654740"/>
              <a:gd name="connsiteX4" fmla="*/ 0 w 1939809"/>
              <a:gd name="connsiteY4" fmla="*/ 1513079 h 2654740"/>
              <a:gd name="connsiteX5" fmla="*/ 635005 w 1939809"/>
              <a:gd name="connsiteY5" fmla="*/ 1507870 h 2654740"/>
              <a:gd name="connsiteX6" fmla="*/ 171163 w 1939809"/>
              <a:gd name="connsiteY6" fmla="*/ 720 h 2654740"/>
              <a:gd name="connsiteX0" fmla="*/ 171163 w 1939809"/>
              <a:gd name="connsiteY0" fmla="*/ 39 h 2654059"/>
              <a:gd name="connsiteX1" fmla="*/ 1446317 w 1939809"/>
              <a:gd name="connsiteY1" fmla="*/ 1454127 h 2654059"/>
              <a:gd name="connsiteX2" fmla="*/ 1935482 w 1939809"/>
              <a:gd name="connsiteY2" fmla="*/ 1449842 h 2654059"/>
              <a:gd name="connsiteX3" fmla="*/ 919483 w 1939809"/>
              <a:gd name="connsiteY3" fmla="*/ 2654057 h 2654059"/>
              <a:gd name="connsiteX4" fmla="*/ 0 w 1939809"/>
              <a:gd name="connsiteY4" fmla="*/ 1512398 h 2654059"/>
              <a:gd name="connsiteX5" fmla="*/ 635005 w 1939809"/>
              <a:gd name="connsiteY5" fmla="*/ 1507189 h 2654059"/>
              <a:gd name="connsiteX6" fmla="*/ 171163 w 1939809"/>
              <a:gd name="connsiteY6" fmla="*/ 39 h 2654059"/>
              <a:gd name="connsiteX0" fmla="*/ 171163 w 1939809"/>
              <a:gd name="connsiteY0" fmla="*/ 39 h 2654059"/>
              <a:gd name="connsiteX1" fmla="*/ 1446317 w 1939809"/>
              <a:gd name="connsiteY1" fmla="*/ 1454127 h 2654059"/>
              <a:gd name="connsiteX2" fmla="*/ 1935482 w 1939809"/>
              <a:gd name="connsiteY2" fmla="*/ 1449842 h 2654059"/>
              <a:gd name="connsiteX3" fmla="*/ 919483 w 1939809"/>
              <a:gd name="connsiteY3" fmla="*/ 2654057 h 2654059"/>
              <a:gd name="connsiteX4" fmla="*/ 0 w 1939809"/>
              <a:gd name="connsiteY4" fmla="*/ 1512398 h 2654059"/>
              <a:gd name="connsiteX5" fmla="*/ 635005 w 1939809"/>
              <a:gd name="connsiteY5" fmla="*/ 1507189 h 2654059"/>
              <a:gd name="connsiteX6" fmla="*/ 171163 w 1939809"/>
              <a:gd name="connsiteY6" fmla="*/ 39 h 2654059"/>
              <a:gd name="connsiteX0" fmla="*/ 171163 w 1939809"/>
              <a:gd name="connsiteY0" fmla="*/ 39 h 2654059"/>
              <a:gd name="connsiteX1" fmla="*/ 1446317 w 1939809"/>
              <a:gd name="connsiteY1" fmla="*/ 1454127 h 2654059"/>
              <a:gd name="connsiteX2" fmla="*/ 1935482 w 1939809"/>
              <a:gd name="connsiteY2" fmla="*/ 1449842 h 2654059"/>
              <a:gd name="connsiteX3" fmla="*/ 919483 w 1939809"/>
              <a:gd name="connsiteY3" fmla="*/ 2654057 h 2654059"/>
              <a:gd name="connsiteX4" fmla="*/ 0 w 1939809"/>
              <a:gd name="connsiteY4" fmla="*/ 1512398 h 2654059"/>
              <a:gd name="connsiteX5" fmla="*/ 706124 w 1939809"/>
              <a:gd name="connsiteY5" fmla="*/ 1486339 h 2654059"/>
              <a:gd name="connsiteX6" fmla="*/ 171163 w 1939809"/>
              <a:gd name="connsiteY6" fmla="*/ 39 h 2654059"/>
              <a:gd name="connsiteX0" fmla="*/ 0 w 1768646"/>
              <a:gd name="connsiteY0" fmla="*/ 39 h 2654059"/>
              <a:gd name="connsiteX1" fmla="*/ 1275154 w 1768646"/>
              <a:gd name="connsiteY1" fmla="*/ 1454127 h 2654059"/>
              <a:gd name="connsiteX2" fmla="*/ 1764319 w 1768646"/>
              <a:gd name="connsiteY2" fmla="*/ 1449842 h 2654059"/>
              <a:gd name="connsiteX3" fmla="*/ 748320 w 1768646"/>
              <a:gd name="connsiteY3" fmla="*/ 2654057 h 2654059"/>
              <a:gd name="connsiteX4" fmla="*/ 6640 w 1768646"/>
              <a:gd name="connsiteY4" fmla="*/ 1491548 h 2654059"/>
              <a:gd name="connsiteX5" fmla="*/ 534961 w 1768646"/>
              <a:gd name="connsiteY5" fmla="*/ 1486339 h 2654059"/>
              <a:gd name="connsiteX6" fmla="*/ 0 w 1768646"/>
              <a:gd name="connsiteY6" fmla="*/ 39 h 2654059"/>
              <a:gd name="connsiteX0" fmla="*/ 0 w 1769382"/>
              <a:gd name="connsiteY0" fmla="*/ 39 h 2450750"/>
              <a:gd name="connsiteX1" fmla="*/ 1275154 w 1769382"/>
              <a:gd name="connsiteY1" fmla="*/ 1454127 h 2450750"/>
              <a:gd name="connsiteX2" fmla="*/ 1764319 w 1769382"/>
              <a:gd name="connsiteY2" fmla="*/ 1449842 h 2450750"/>
              <a:gd name="connsiteX3" fmla="*/ 915960 w 1769382"/>
              <a:gd name="connsiteY3" fmla="*/ 2450747 h 2450750"/>
              <a:gd name="connsiteX4" fmla="*/ 6640 w 1769382"/>
              <a:gd name="connsiteY4" fmla="*/ 1491548 h 2450750"/>
              <a:gd name="connsiteX5" fmla="*/ 534961 w 1769382"/>
              <a:gd name="connsiteY5" fmla="*/ 1486339 h 2450750"/>
              <a:gd name="connsiteX6" fmla="*/ 0 w 1769382"/>
              <a:gd name="connsiteY6" fmla="*/ 39 h 2450750"/>
              <a:gd name="connsiteX0" fmla="*/ 0 w 1779542"/>
              <a:gd name="connsiteY0" fmla="*/ 37 h 2455961"/>
              <a:gd name="connsiteX1" fmla="*/ 1285314 w 1779542"/>
              <a:gd name="connsiteY1" fmla="*/ 1459338 h 2455961"/>
              <a:gd name="connsiteX2" fmla="*/ 1774479 w 1779542"/>
              <a:gd name="connsiteY2" fmla="*/ 1455053 h 2455961"/>
              <a:gd name="connsiteX3" fmla="*/ 926120 w 1779542"/>
              <a:gd name="connsiteY3" fmla="*/ 2455958 h 2455961"/>
              <a:gd name="connsiteX4" fmla="*/ 16800 w 1779542"/>
              <a:gd name="connsiteY4" fmla="*/ 1496759 h 2455961"/>
              <a:gd name="connsiteX5" fmla="*/ 545121 w 1779542"/>
              <a:gd name="connsiteY5" fmla="*/ 1491550 h 2455961"/>
              <a:gd name="connsiteX6" fmla="*/ 0 w 1779542"/>
              <a:gd name="connsiteY6" fmla="*/ 37 h 2455961"/>
              <a:gd name="connsiteX0" fmla="*/ 0 w 1779542"/>
              <a:gd name="connsiteY0" fmla="*/ 37 h 2455961"/>
              <a:gd name="connsiteX1" fmla="*/ 1285314 w 1779542"/>
              <a:gd name="connsiteY1" fmla="*/ 1459338 h 2455961"/>
              <a:gd name="connsiteX2" fmla="*/ 1774479 w 1779542"/>
              <a:gd name="connsiteY2" fmla="*/ 1455053 h 2455961"/>
              <a:gd name="connsiteX3" fmla="*/ 926120 w 1779542"/>
              <a:gd name="connsiteY3" fmla="*/ 2455958 h 2455961"/>
              <a:gd name="connsiteX4" fmla="*/ 16800 w 1779542"/>
              <a:gd name="connsiteY4" fmla="*/ 1496759 h 2455961"/>
              <a:gd name="connsiteX5" fmla="*/ 545121 w 1779542"/>
              <a:gd name="connsiteY5" fmla="*/ 1491550 h 2455961"/>
              <a:gd name="connsiteX6" fmla="*/ 0 w 1779542"/>
              <a:gd name="connsiteY6" fmla="*/ 37 h 2455961"/>
              <a:gd name="connsiteX0" fmla="*/ 0 w 1779542"/>
              <a:gd name="connsiteY0" fmla="*/ 37 h 2455961"/>
              <a:gd name="connsiteX1" fmla="*/ 1285314 w 1779542"/>
              <a:gd name="connsiteY1" fmla="*/ 1459338 h 2455961"/>
              <a:gd name="connsiteX2" fmla="*/ 1774479 w 1779542"/>
              <a:gd name="connsiteY2" fmla="*/ 1455053 h 2455961"/>
              <a:gd name="connsiteX3" fmla="*/ 926120 w 1779542"/>
              <a:gd name="connsiteY3" fmla="*/ 2455958 h 2455961"/>
              <a:gd name="connsiteX4" fmla="*/ 16800 w 1779542"/>
              <a:gd name="connsiteY4" fmla="*/ 1496759 h 2455961"/>
              <a:gd name="connsiteX5" fmla="*/ 545121 w 1779542"/>
              <a:gd name="connsiteY5" fmla="*/ 1491550 h 2455961"/>
              <a:gd name="connsiteX6" fmla="*/ 0 w 1779542"/>
              <a:gd name="connsiteY6" fmla="*/ 37 h 2455961"/>
              <a:gd name="connsiteX0" fmla="*/ 0 w 1779542"/>
              <a:gd name="connsiteY0" fmla="*/ 2 h 2455926"/>
              <a:gd name="connsiteX1" fmla="*/ 1285314 w 1779542"/>
              <a:gd name="connsiteY1" fmla="*/ 1459303 h 2455926"/>
              <a:gd name="connsiteX2" fmla="*/ 1774479 w 1779542"/>
              <a:gd name="connsiteY2" fmla="*/ 1455018 h 2455926"/>
              <a:gd name="connsiteX3" fmla="*/ 926120 w 1779542"/>
              <a:gd name="connsiteY3" fmla="*/ 2455923 h 2455926"/>
              <a:gd name="connsiteX4" fmla="*/ 16800 w 1779542"/>
              <a:gd name="connsiteY4" fmla="*/ 1496724 h 2455926"/>
              <a:gd name="connsiteX5" fmla="*/ 545121 w 1779542"/>
              <a:gd name="connsiteY5" fmla="*/ 1491515 h 2455926"/>
              <a:gd name="connsiteX6" fmla="*/ 0 w 1779542"/>
              <a:gd name="connsiteY6" fmla="*/ 2 h 2455926"/>
              <a:gd name="connsiteX0" fmla="*/ 0 w 1779465"/>
              <a:gd name="connsiteY0" fmla="*/ 2 h 2481991"/>
              <a:gd name="connsiteX1" fmla="*/ 1285314 w 1779465"/>
              <a:gd name="connsiteY1" fmla="*/ 1459303 h 2481991"/>
              <a:gd name="connsiteX2" fmla="*/ 1774479 w 1779465"/>
              <a:gd name="connsiteY2" fmla="*/ 1455018 h 2481991"/>
              <a:gd name="connsiteX3" fmla="*/ 910880 w 1779465"/>
              <a:gd name="connsiteY3" fmla="*/ 2481988 h 2481991"/>
              <a:gd name="connsiteX4" fmla="*/ 16800 w 1779465"/>
              <a:gd name="connsiteY4" fmla="*/ 1496724 h 2481991"/>
              <a:gd name="connsiteX5" fmla="*/ 545121 w 1779465"/>
              <a:gd name="connsiteY5" fmla="*/ 1491515 h 2481991"/>
              <a:gd name="connsiteX6" fmla="*/ 0 w 1779465"/>
              <a:gd name="connsiteY6" fmla="*/ 2 h 2481991"/>
              <a:gd name="connsiteX0" fmla="*/ 0 w 1779465"/>
              <a:gd name="connsiteY0" fmla="*/ 2 h 2481991"/>
              <a:gd name="connsiteX1" fmla="*/ 1285314 w 1779465"/>
              <a:gd name="connsiteY1" fmla="*/ 1459303 h 2481991"/>
              <a:gd name="connsiteX2" fmla="*/ 1774479 w 1779465"/>
              <a:gd name="connsiteY2" fmla="*/ 1455018 h 2481991"/>
              <a:gd name="connsiteX3" fmla="*/ 910880 w 1779465"/>
              <a:gd name="connsiteY3" fmla="*/ 2481988 h 2481991"/>
              <a:gd name="connsiteX4" fmla="*/ 93002 w 1779465"/>
              <a:gd name="connsiteY4" fmla="*/ 1507153 h 2481991"/>
              <a:gd name="connsiteX5" fmla="*/ 545121 w 1779465"/>
              <a:gd name="connsiteY5" fmla="*/ 1491515 h 2481991"/>
              <a:gd name="connsiteX6" fmla="*/ 0 w 1779465"/>
              <a:gd name="connsiteY6" fmla="*/ 2 h 2481991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93002 w 1774479"/>
              <a:gd name="connsiteY4" fmla="*/ 1507153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5382 w 1774479"/>
              <a:gd name="connsiteY4" fmla="*/ 149542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5382 w 1774479"/>
              <a:gd name="connsiteY4" fmla="*/ 148369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8369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45121 w 1774479"/>
              <a:gd name="connsiteY5" fmla="*/ 1491515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93889 w 1774479"/>
              <a:gd name="connsiteY5" fmla="*/ 1497771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93889 w 1774479"/>
              <a:gd name="connsiteY5" fmla="*/ 1497771 h 2481988"/>
              <a:gd name="connsiteX6" fmla="*/ 0 w 1774479"/>
              <a:gd name="connsiteY6" fmla="*/ 2 h 2481988"/>
              <a:gd name="connsiteX0" fmla="*/ 0 w 1774479"/>
              <a:gd name="connsiteY0" fmla="*/ 2 h 2481988"/>
              <a:gd name="connsiteX1" fmla="*/ 1285314 w 1774479"/>
              <a:gd name="connsiteY1" fmla="*/ 1459303 h 2481988"/>
              <a:gd name="connsiteX2" fmla="*/ 1774479 w 1774479"/>
              <a:gd name="connsiteY2" fmla="*/ 1455018 h 2481988"/>
              <a:gd name="connsiteX3" fmla="*/ 910880 w 1774479"/>
              <a:gd name="connsiteY3" fmla="*/ 2481988 h 2481988"/>
              <a:gd name="connsiteX4" fmla="*/ 89192 w 1774479"/>
              <a:gd name="connsiteY4" fmla="*/ 1495424 h 2481988"/>
              <a:gd name="connsiteX5" fmla="*/ 593889 w 1774479"/>
              <a:gd name="connsiteY5" fmla="*/ 1497771 h 2481988"/>
              <a:gd name="connsiteX6" fmla="*/ 0 w 1774479"/>
              <a:gd name="connsiteY6" fmla="*/ 2 h 248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479" h="2481988">
                <a:moveTo>
                  <a:pt x="0" y="2"/>
                </a:moveTo>
                <a:cubicBezTo>
                  <a:pt x="685012" y="-1225"/>
                  <a:pt x="1263041" y="809312"/>
                  <a:pt x="1285314" y="1459303"/>
                </a:cubicBezTo>
                <a:lnTo>
                  <a:pt x="1774479" y="1455018"/>
                </a:lnTo>
                <a:lnTo>
                  <a:pt x="910880" y="2481988"/>
                </a:lnTo>
                <a:lnTo>
                  <a:pt x="89192" y="1495424"/>
                </a:lnTo>
                <a:lnTo>
                  <a:pt x="593889" y="1497771"/>
                </a:lnTo>
                <a:cubicBezTo>
                  <a:pt x="597438" y="857600"/>
                  <a:pt x="463372" y="340751"/>
                  <a:pt x="0" y="2"/>
                </a:cubicBezTo>
                <a:close/>
              </a:path>
            </a:pathLst>
          </a:cu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14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8</cp:revision>
  <dcterms:created xsi:type="dcterms:W3CDTF">2026-07-19T01:34:57Z</dcterms:created>
  <dcterms:modified xsi:type="dcterms:W3CDTF">2026-07-19T02:21:39Z</dcterms:modified>
</cp:coreProperties>
</file>